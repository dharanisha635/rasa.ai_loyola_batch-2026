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Street Cleanliness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C39A"/>
                </a:solidFill>
                <a:latin typeface="Calibri"/>
              </a:rPr>
              <a:t>An AI-Powered CNN Web Application to Classify Street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4572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Dharanisha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Internship Project  |  Rasa.ai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Loyola College  |  May 2, 2026 – June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2651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6517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🎯 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74519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Detect whether a street is Clean or Dirty using a CNN model and serve predictions via a web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34440"/>
            <a:ext cx="2651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1234440"/>
            <a:ext cx="26517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💡 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874519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 full-stack AI app with a Flask REST API backend and React.js frontend connected to a trained CNN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2651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26517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155 labeled street images split into 121 training and 34 test images across Clean and Dirty categories.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234440"/>
            <a:ext cx="2651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1234440"/>
            <a:ext cx="26517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74519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End-to-end working web app with 82.35% validation accuracy and real-time image prediction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383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3832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🧠 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TensorFlow &amp; Keras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Convolutional Neural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39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Data Augmentation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97679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Dropout + Early 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7492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Binary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188720"/>
            <a:ext cx="3383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1188720"/>
            <a:ext cx="33832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⚙️ 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196596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59" y="1920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Python 3.12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74320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2697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Flask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520439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34747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Flask-CORS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297679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59" y="4251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NumPy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07492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59" y="5029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SciPy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188720"/>
            <a:ext cx="3383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2480" y="1188720"/>
            <a:ext cx="33832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964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🖥️  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196596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2519" y="1920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React.js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274320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32519" y="2697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JavaScript ES6+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3520439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32519" y="34747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HTML5 / CSS3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297679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32519" y="4251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Fetch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5074920"/>
            <a:ext cx="73152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32519" y="5029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FormData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CNN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384048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39" y="117043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Input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7043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128 × 128 × 3 (RGB Image)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73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8090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847088"/>
            <a:ext cx="3840480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39" y="187451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Conv2D +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32 filters, 3×3, ReLU + MaxPool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377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8090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551176"/>
            <a:ext cx="3840480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39" y="25786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Conv2D +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64 filters, 3×3, ReLU + MaxPool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081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8090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55264"/>
            <a:ext cx="3840480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39" y="32826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Conv2D +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826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128 filters, 3×3, ReLU + MaxPool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37856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8090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959352"/>
            <a:ext cx="3840480" cy="53035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39" y="398678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Flatten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98678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Convert feature maps to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44897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8090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663440"/>
            <a:ext cx="384048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39" y="46908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Dense + Dropout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6908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128 neurons, ReLU + Dropout(0.5)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5193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8090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367528"/>
            <a:ext cx="384048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39" y="53949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Output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949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 neuron, Sigmoid → Clean / Dirty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097280"/>
            <a:ext cx="53035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1097280"/>
            <a:ext cx="53035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1143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📋  Model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737360"/>
            <a:ext cx="52120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Input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128 × 128 ×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Optimizer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Adam (lr = 0.0001)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Loss Function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788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Binary Crossentropy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291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Output Activation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291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Sigmoid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749040"/>
            <a:ext cx="52120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Prediction Threshold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35672" y="3794760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1E293B"/>
                </a:solidFill>
                <a:latin typeface="Calibri"/>
              </a:rPr>
              <a:t>0.</a:t>
            </a:r>
            <a:r>
              <a:rPr lang="en-IN" sz="1200" b="1" i="0" dirty="0">
                <a:solidFill>
                  <a:srgbClr val="1E293B"/>
                </a:solidFill>
                <a:latin typeface="Calibri"/>
              </a:rPr>
              <a:t>5</a:t>
            </a:r>
            <a:endParaRPr sz="12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8368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Training Images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297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121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4754880"/>
            <a:ext cx="52120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4800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Test Images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800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Epochs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303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5760720"/>
            <a:ext cx="52120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0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Best Val Accuracy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5806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  <a:latin typeface="Calibri"/>
              </a:rPr>
              <a:t>82.35%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 &amp; 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291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29184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🟢  Clean Streets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Train:  ~60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Test:    ~17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80 / 20 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188720"/>
            <a:ext cx="3291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1188720"/>
            <a:ext cx="329184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234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🔴  Dirty Streets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Train:  ~61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Test:    ~17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80 / 20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704088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Total:  155 Images   |   121 Train   |   34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188720"/>
            <a:ext cx="39319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79" y="1188720"/>
            <a:ext cx="3931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🔧  Augmentation &amp; Fixes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874519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18470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Rotation (±20°)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487168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Zoom (±20%)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099815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30723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Horizontal Flip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712464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685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Brightness Variation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4325112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Dropout (0.5)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937760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910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Early Stopping (patience=5)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5550408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55229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Adam lr = 0.0001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6163056"/>
            <a:ext cx="64008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20" y="61356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20 Epochs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Backend Setup — Flask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⚙️  Installation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2120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$  pip install 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$  pip install flask-cors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712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$  pip install tensorflow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467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$  pip install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$  pip install scipy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2C39A"/>
                </a:solidFill>
                <a:latin typeface="Calibri"/>
              </a:rPr>
              <a:t>$  pip install </a:t>
            </a:r>
            <a:r>
              <a:rPr lang="en-IN" sz="1200" b="0" i="0" dirty="0">
                <a:solidFill>
                  <a:srgbClr val="02C39A"/>
                </a:solidFill>
                <a:latin typeface="Calibri"/>
              </a:rPr>
              <a:t>h5</a:t>
            </a:r>
            <a:r>
              <a:rPr lang="en-IN" sz="1200" dirty="0">
                <a:solidFill>
                  <a:srgbClr val="02C39A"/>
                </a:solidFill>
                <a:latin typeface="Calibri"/>
              </a:rPr>
              <a:t>.P</a:t>
            </a:r>
            <a:r>
              <a:rPr sz="1200" b="0" i="0" dirty="0">
                <a:solidFill>
                  <a:srgbClr val="02C39A"/>
                </a:solidFill>
                <a:latin typeface="Calibri"/>
              </a:rPr>
              <a:t>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66360"/>
            <a:ext cx="52120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$ python train.py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57784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🚀  Run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53492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$ python 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Expected Output: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383280"/>
            <a:ext cx="534924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✅ Model loaded successfully!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95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* Running on http://127.0.0.1:5000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* Running on http://0.0.0.0:5000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Flask API Endpoint: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440680"/>
            <a:ext cx="534924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5559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  <a:latin typeface="Calibri"/>
              </a:rPr>
              <a:t>POST  http://127.0.0.1:5000/predict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Frontend Setup — React.js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📦  Installation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2120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$ cd street-frontend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$ npm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$ npm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Expected Output: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52120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Compiled successfully!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Local:  http://localhost:3001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57784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⚡  Run Order — Critical!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64008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874519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Open Terminal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1488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cd street.py folder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6400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78892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Start Flask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0632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python app.py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64008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7648" y="370332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Open Terminal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97763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cd street-frontend folder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572000"/>
            <a:ext cx="6400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461772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Start React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892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npm start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486400"/>
            <a:ext cx="6400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553212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Open Browser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8064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http://localhost:3001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Application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64592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Opens browser
localhost:3001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554480"/>
            <a:ext cx="1645920" cy="2743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79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🖼️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8346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Selects street
image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554480"/>
            <a:ext cx="1645920" cy="2743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React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8346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Sends POST
request to Flask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1554480"/>
            <a:ext cx="164592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Flask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8346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Receives image
preprocesses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554480"/>
            <a:ext cx="1645920" cy="2743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CNN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8346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Predicts Clean
or Dirty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1554480"/>
            <a:ext cx="1645920" cy="2743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241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8346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Displays label
+ confidence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663440"/>
            <a:ext cx="9144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371600" y="4663440"/>
            <a:ext cx="9144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45920" y="498348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🔢  Prediction Logic:   Output &lt; 0.</a:t>
            </a:r>
            <a:r>
              <a:rPr lang="en-IN" sz="1400" b="1" i="0" dirty="0">
                <a:solidFill>
                  <a:srgbClr val="1E293B"/>
                </a:solidFill>
                <a:latin typeface="Calibri"/>
              </a:rPr>
              <a:t>5</a:t>
            </a:r>
            <a:r>
              <a:rPr sz="1400" b="1" i="0" dirty="0">
                <a:solidFill>
                  <a:srgbClr val="1E293B"/>
                </a:solidFill>
                <a:latin typeface="Calibri"/>
              </a:rPr>
              <a:t>  →  🟢 CLEAN     |     Output ≥ 0.</a:t>
            </a:r>
            <a:r>
              <a:rPr lang="en-IN" sz="1400" b="1" dirty="0">
                <a:solidFill>
                  <a:srgbClr val="1E293B"/>
                </a:solidFill>
                <a:latin typeface="Calibri"/>
              </a:rPr>
              <a:t>5</a:t>
            </a:r>
            <a:r>
              <a:rPr sz="1400" b="1" i="0" dirty="0">
                <a:solidFill>
                  <a:srgbClr val="1E293B"/>
                </a:solidFill>
                <a:latin typeface="Calibri"/>
              </a:rPr>
              <a:t>  →  🔴 DIRTY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Output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22529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Home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291840" cy="28346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475569"/>
                </a:solidFill>
                <a:latin typeface="Calibri"/>
              </a:rPr>
              <a:t>📷
Screenshot
Placeholder
(Add your
screenshot here)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7548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UI loads at
http://localhost:3001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22529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Clean Street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3291840" cy="28346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📷
Screenshot
Placeholder
(Add your
screenshot here)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754880"/>
            <a:ext cx="3337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475569"/>
                </a:solidFill>
                <a:latin typeface="Calibri"/>
              </a:rPr>
              <a:t>Prediction: Clean
Confidence shown</a:t>
            </a:r>
            <a:r>
              <a:rPr lang="en-IN" sz="1100" b="0" i="1" dirty="0">
                <a:solidFill>
                  <a:srgbClr val="475569"/>
                </a:solidFill>
                <a:latin typeface="Calibri"/>
              </a:rPr>
              <a:t>: 0.211</a:t>
            </a:r>
            <a:endParaRPr sz="1100" b="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56616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122529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Dirty Street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783080"/>
            <a:ext cx="3291840" cy="28346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📷
Screenshot
Placeholder
(Add your
screenshot here)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407" y="4754880"/>
            <a:ext cx="3337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475569"/>
                </a:solidFill>
                <a:latin typeface="Calibri"/>
              </a:rPr>
              <a:t>Prediction: Dirty
Confidence shown</a:t>
            </a:r>
            <a:r>
              <a:rPr lang="en-IN" sz="1100" b="0" i="1" dirty="0">
                <a:solidFill>
                  <a:srgbClr val="475569"/>
                </a:solidFill>
                <a:latin typeface="Calibri"/>
              </a:rPr>
              <a:t>: 0.721</a:t>
            </a:r>
            <a:endParaRPr sz="1100" b="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💡  To add screenshots: Replace placeholder boxes with actual images from your running application.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0B3A02-7549-BF24-A5C1-B0F589F23B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" r="2348" b="25123"/>
          <a:stretch>
            <a:fillRect/>
          </a:stretch>
        </p:blipFill>
        <p:spPr>
          <a:xfrm>
            <a:off x="475488" y="1792224"/>
            <a:ext cx="3337560" cy="2926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4E16AD-52B6-2CED-C8E6-B0AC1FF6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9"/>
          <a:stretch>
            <a:fillRect/>
          </a:stretch>
        </p:blipFill>
        <p:spPr>
          <a:xfrm>
            <a:off x="4416420" y="1665805"/>
            <a:ext cx="3337560" cy="30524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276B09B-4E39-C29D-DD70-EEE06A6C6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30" b="17778"/>
          <a:stretch>
            <a:fillRect/>
          </a:stretch>
        </p:blipFill>
        <p:spPr>
          <a:xfrm>
            <a:off x="8292226" y="1720501"/>
            <a:ext cx="3472834" cy="30343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🏆 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Full-stack AI web app built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15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CNN model with 82.35% validation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826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Real-time prediction via React + 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96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Data augmentation improved model robustness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165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Deployed locally with clean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969264"/>
            <a:ext cx="5394960" cy="521208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3949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🚀  Future Improvements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874519"/>
            <a:ext cx="64008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8470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Switch to MobileNetV2 for higher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532887"/>
            <a:ext cx="64008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5054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Collect 200+ images per class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191256"/>
            <a:ext cx="64008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31638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Add confidence progress bar in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849624"/>
            <a:ext cx="64008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382219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Deploy on cloud (Render / Railway)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507992"/>
            <a:ext cx="64008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480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Map integration to report dirty streets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5166359"/>
            <a:ext cx="64008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5138927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Mobile app 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Dharanisha  |  Street Cleanliness Detector  |  Rasa.ai Internship  |  May–June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782</Words>
  <Application>Microsoft Office PowerPoint</Application>
  <PresentationFormat>Custom</PresentationFormat>
  <Paragraphs>184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Dharanisha R</dc:creator>
  <cp:keywords/>
  <dc:description>generated using python-pptx</dc:description>
  <cp:lastModifiedBy>Dharanisha R</cp:lastModifiedBy>
  <cp:revision>2</cp:revision>
  <dcterms:created xsi:type="dcterms:W3CDTF">2013-01-27T09:14:16Z</dcterms:created>
  <dcterms:modified xsi:type="dcterms:W3CDTF">2026-05-12T07:57:55Z</dcterms:modified>
  <cp:category/>
</cp:coreProperties>
</file>